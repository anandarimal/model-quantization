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Canva Sans Bold" charset="1" panose="020B08030305010401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67703" cy="10287000"/>
          </a:xfrm>
          <a:custGeom>
            <a:avLst/>
            <a:gdLst/>
            <a:ahLst/>
            <a:cxnLst/>
            <a:rect r="r" b="b" t="t" l="l"/>
            <a:pathLst>
              <a:path h="10287000" w="18267703">
                <a:moveTo>
                  <a:pt x="0" y="0"/>
                </a:moveTo>
                <a:lnTo>
                  <a:pt x="18267703" y="0"/>
                </a:lnTo>
                <a:lnTo>
                  <a:pt x="1826770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9092" y="1613583"/>
            <a:ext cx="17170886" cy="5740488"/>
          </a:xfrm>
          <a:custGeom>
            <a:avLst/>
            <a:gdLst/>
            <a:ahLst/>
            <a:cxnLst/>
            <a:rect r="r" b="b" t="t" l="l"/>
            <a:pathLst>
              <a:path h="5740488" w="17170886">
                <a:moveTo>
                  <a:pt x="0" y="0"/>
                </a:moveTo>
                <a:lnTo>
                  <a:pt x="17170886" y="0"/>
                </a:lnTo>
                <a:lnTo>
                  <a:pt x="17170886" y="5740488"/>
                </a:lnTo>
                <a:lnTo>
                  <a:pt x="0" y="5740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7896" y="41835"/>
            <a:ext cx="10180581" cy="9069972"/>
          </a:xfrm>
          <a:custGeom>
            <a:avLst/>
            <a:gdLst/>
            <a:ahLst/>
            <a:cxnLst/>
            <a:rect r="r" b="b" t="t" l="l"/>
            <a:pathLst>
              <a:path h="9069972" w="10180581">
                <a:moveTo>
                  <a:pt x="0" y="0"/>
                </a:moveTo>
                <a:lnTo>
                  <a:pt x="10180581" y="0"/>
                </a:lnTo>
                <a:lnTo>
                  <a:pt x="10180581" y="9069972"/>
                </a:lnTo>
                <a:lnTo>
                  <a:pt x="0" y="9069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43490" y="1951724"/>
            <a:ext cx="8074049" cy="4046895"/>
          </a:xfrm>
          <a:custGeom>
            <a:avLst/>
            <a:gdLst/>
            <a:ahLst/>
            <a:cxnLst/>
            <a:rect r="r" b="b" t="t" l="l"/>
            <a:pathLst>
              <a:path h="4046895" w="8074049">
                <a:moveTo>
                  <a:pt x="0" y="0"/>
                </a:moveTo>
                <a:lnTo>
                  <a:pt x="8074049" y="0"/>
                </a:lnTo>
                <a:lnTo>
                  <a:pt x="8074049" y="4046895"/>
                </a:lnTo>
                <a:lnTo>
                  <a:pt x="0" y="40468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4179" y="380709"/>
            <a:ext cx="16240885" cy="9135498"/>
          </a:xfrm>
          <a:custGeom>
            <a:avLst/>
            <a:gdLst/>
            <a:ahLst/>
            <a:cxnLst/>
            <a:rect r="r" b="b" t="t" l="l"/>
            <a:pathLst>
              <a:path h="9135498" w="16240885">
                <a:moveTo>
                  <a:pt x="0" y="0"/>
                </a:moveTo>
                <a:lnTo>
                  <a:pt x="16240885" y="0"/>
                </a:lnTo>
                <a:lnTo>
                  <a:pt x="16240885" y="9135498"/>
                </a:lnTo>
                <a:lnTo>
                  <a:pt x="0" y="9135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5299" y="247422"/>
            <a:ext cx="6989903" cy="9556290"/>
          </a:xfrm>
          <a:custGeom>
            <a:avLst/>
            <a:gdLst/>
            <a:ahLst/>
            <a:cxnLst/>
            <a:rect r="r" b="b" t="t" l="l"/>
            <a:pathLst>
              <a:path h="9556290" w="6989903">
                <a:moveTo>
                  <a:pt x="0" y="0"/>
                </a:moveTo>
                <a:lnTo>
                  <a:pt x="6989904" y="0"/>
                </a:lnTo>
                <a:lnTo>
                  <a:pt x="6989904" y="9556289"/>
                </a:lnTo>
                <a:lnTo>
                  <a:pt x="0" y="95562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62654" y="280348"/>
            <a:ext cx="6901281" cy="9490438"/>
          </a:xfrm>
          <a:custGeom>
            <a:avLst/>
            <a:gdLst/>
            <a:ahLst/>
            <a:cxnLst/>
            <a:rect r="r" b="b" t="t" l="l"/>
            <a:pathLst>
              <a:path h="9490438" w="6901281">
                <a:moveTo>
                  <a:pt x="0" y="0"/>
                </a:moveTo>
                <a:lnTo>
                  <a:pt x="6901281" y="0"/>
                </a:lnTo>
                <a:lnTo>
                  <a:pt x="6901281" y="9490438"/>
                </a:lnTo>
                <a:lnTo>
                  <a:pt x="0" y="94904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753" y="77511"/>
            <a:ext cx="17021309" cy="9574486"/>
          </a:xfrm>
          <a:custGeom>
            <a:avLst/>
            <a:gdLst/>
            <a:ahLst/>
            <a:cxnLst/>
            <a:rect r="r" b="b" t="t" l="l"/>
            <a:pathLst>
              <a:path h="9574486" w="17021309">
                <a:moveTo>
                  <a:pt x="0" y="0"/>
                </a:moveTo>
                <a:lnTo>
                  <a:pt x="17021309" y="0"/>
                </a:lnTo>
                <a:lnTo>
                  <a:pt x="17021309" y="9574486"/>
                </a:lnTo>
                <a:lnTo>
                  <a:pt x="0" y="957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1212" y="294081"/>
            <a:ext cx="16655261" cy="9368584"/>
          </a:xfrm>
          <a:custGeom>
            <a:avLst/>
            <a:gdLst/>
            <a:ahLst/>
            <a:cxnLst/>
            <a:rect r="r" b="b" t="t" l="l"/>
            <a:pathLst>
              <a:path h="9368584" w="16655261">
                <a:moveTo>
                  <a:pt x="0" y="0"/>
                </a:moveTo>
                <a:lnTo>
                  <a:pt x="16655261" y="0"/>
                </a:lnTo>
                <a:lnTo>
                  <a:pt x="16655261" y="9368584"/>
                </a:lnTo>
                <a:lnTo>
                  <a:pt x="0" y="9368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89338"/>
            <a:ext cx="9183344" cy="8104499"/>
          </a:xfrm>
          <a:custGeom>
            <a:avLst/>
            <a:gdLst/>
            <a:ahLst/>
            <a:cxnLst/>
            <a:rect r="r" b="b" t="t" l="l"/>
            <a:pathLst>
              <a:path h="8104499" w="9183344">
                <a:moveTo>
                  <a:pt x="0" y="0"/>
                </a:moveTo>
                <a:lnTo>
                  <a:pt x="9183344" y="0"/>
                </a:lnTo>
                <a:lnTo>
                  <a:pt x="9183344" y="8104498"/>
                </a:lnTo>
                <a:lnTo>
                  <a:pt x="0" y="8104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83344" y="748490"/>
            <a:ext cx="8722800" cy="7586193"/>
          </a:xfrm>
          <a:custGeom>
            <a:avLst/>
            <a:gdLst/>
            <a:ahLst/>
            <a:cxnLst/>
            <a:rect r="r" b="b" t="t" l="l"/>
            <a:pathLst>
              <a:path h="7586193" w="8722800">
                <a:moveTo>
                  <a:pt x="0" y="0"/>
                </a:moveTo>
                <a:lnTo>
                  <a:pt x="8722801" y="0"/>
                </a:lnTo>
                <a:lnTo>
                  <a:pt x="8722801" y="7586194"/>
                </a:lnTo>
                <a:lnTo>
                  <a:pt x="0" y="75861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1225" y="216445"/>
            <a:ext cx="9262046" cy="8118584"/>
          </a:xfrm>
          <a:custGeom>
            <a:avLst/>
            <a:gdLst/>
            <a:ahLst/>
            <a:cxnLst/>
            <a:rect r="r" b="b" t="t" l="l"/>
            <a:pathLst>
              <a:path h="8118584" w="9262046">
                <a:moveTo>
                  <a:pt x="0" y="0"/>
                </a:moveTo>
                <a:lnTo>
                  <a:pt x="9262046" y="0"/>
                </a:lnTo>
                <a:lnTo>
                  <a:pt x="9262046" y="8118583"/>
                </a:lnTo>
                <a:lnTo>
                  <a:pt x="0" y="81185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13271" y="776241"/>
            <a:ext cx="8377472" cy="7191980"/>
          </a:xfrm>
          <a:custGeom>
            <a:avLst/>
            <a:gdLst/>
            <a:ahLst/>
            <a:cxnLst/>
            <a:rect r="r" b="b" t="t" l="l"/>
            <a:pathLst>
              <a:path h="7191980" w="8377472">
                <a:moveTo>
                  <a:pt x="0" y="0"/>
                </a:moveTo>
                <a:lnTo>
                  <a:pt x="8377472" y="0"/>
                </a:lnTo>
                <a:lnTo>
                  <a:pt x="8377472" y="7191980"/>
                </a:lnTo>
                <a:lnTo>
                  <a:pt x="0" y="71919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2288" y="167302"/>
            <a:ext cx="5957336" cy="9478220"/>
          </a:xfrm>
          <a:custGeom>
            <a:avLst/>
            <a:gdLst/>
            <a:ahLst/>
            <a:cxnLst/>
            <a:rect r="r" b="b" t="t" l="l"/>
            <a:pathLst>
              <a:path h="9478220" w="5957336">
                <a:moveTo>
                  <a:pt x="0" y="0"/>
                </a:moveTo>
                <a:lnTo>
                  <a:pt x="5957336" y="0"/>
                </a:lnTo>
                <a:lnTo>
                  <a:pt x="5957336" y="9478221"/>
                </a:lnTo>
                <a:lnTo>
                  <a:pt x="0" y="94782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78253" y="1423582"/>
            <a:ext cx="9981047" cy="7247851"/>
          </a:xfrm>
          <a:custGeom>
            <a:avLst/>
            <a:gdLst/>
            <a:ahLst/>
            <a:cxnLst/>
            <a:rect r="r" b="b" t="t" l="l"/>
            <a:pathLst>
              <a:path h="7247851" w="9981047">
                <a:moveTo>
                  <a:pt x="0" y="0"/>
                </a:moveTo>
                <a:lnTo>
                  <a:pt x="9981047" y="0"/>
                </a:lnTo>
                <a:lnTo>
                  <a:pt x="9981047" y="7247850"/>
                </a:lnTo>
                <a:lnTo>
                  <a:pt x="0" y="7247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6977" y="1711571"/>
            <a:ext cx="16912323" cy="4151823"/>
          </a:xfrm>
          <a:custGeom>
            <a:avLst/>
            <a:gdLst/>
            <a:ahLst/>
            <a:cxnLst/>
            <a:rect r="r" b="b" t="t" l="l"/>
            <a:pathLst>
              <a:path h="4151823" w="16912323">
                <a:moveTo>
                  <a:pt x="0" y="0"/>
                </a:moveTo>
                <a:lnTo>
                  <a:pt x="16912323" y="0"/>
                </a:lnTo>
                <a:lnTo>
                  <a:pt x="16912323" y="4151823"/>
                </a:lnTo>
                <a:lnTo>
                  <a:pt x="0" y="4151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259300" cy="9708356"/>
          </a:xfrm>
          <a:custGeom>
            <a:avLst/>
            <a:gdLst/>
            <a:ahLst/>
            <a:cxnLst/>
            <a:rect r="r" b="b" t="t" l="l"/>
            <a:pathLst>
              <a:path h="9708356" w="17259300">
                <a:moveTo>
                  <a:pt x="0" y="0"/>
                </a:moveTo>
                <a:lnTo>
                  <a:pt x="17259300" y="0"/>
                </a:lnTo>
                <a:lnTo>
                  <a:pt x="17259300" y="9708356"/>
                </a:lnTo>
                <a:lnTo>
                  <a:pt x="0" y="9708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9110"/>
            <a:ext cx="16999717" cy="9562341"/>
          </a:xfrm>
          <a:custGeom>
            <a:avLst/>
            <a:gdLst/>
            <a:ahLst/>
            <a:cxnLst/>
            <a:rect r="r" b="b" t="t" l="l"/>
            <a:pathLst>
              <a:path h="9562341" w="16999717">
                <a:moveTo>
                  <a:pt x="0" y="0"/>
                </a:moveTo>
                <a:lnTo>
                  <a:pt x="16999717" y="0"/>
                </a:lnTo>
                <a:lnTo>
                  <a:pt x="16999717" y="9562341"/>
                </a:lnTo>
                <a:lnTo>
                  <a:pt x="0" y="9562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4584" y="294081"/>
            <a:ext cx="17406894" cy="9791378"/>
          </a:xfrm>
          <a:custGeom>
            <a:avLst/>
            <a:gdLst/>
            <a:ahLst/>
            <a:cxnLst/>
            <a:rect r="r" b="b" t="t" l="l"/>
            <a:pathLst>
              <a:path h="9791378" w="17406894">
                <a:moveTo>
                  <a:pt x="0" y="0"/>
                </a:moveTo>
                <a:lnTo>
                  <a:pt x="17406894" y="0"/>
                </a:lnTo>
                <a:lnTo>
                  <a:pt x="17406894" y="9791378"/>
                </a:lnTo>
                <a:lnTo>
                  <a:pt x="0" y="9791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31842"/>
            <a:ext cx="16899845" cy="1085935"/>
          </a:xfrm>
          <a:custGeom>
            <a:avLst/>
            <a:gdLst/>
            <a:ahLst/>
            <a:cxnLst/>
            <a:rect r="r" b="b" t="t" l="l"/>
            <a:pathLst>
              <a:path h="1085935" w="16899845">
                <a:moveTo>
                  <a:pt x="0" y="0"/>
                </a:moveTo>
                <a:lnTo>
                  <a:pt x="16899845" y="0"/>
                </a:lnTo>
                <a:lnTo>
                  <a:pt x="16899845" y="1085936"/>
                </a:lnTo>
                <a:lnTo>
                  <a:pt x="0" y="1085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519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1212" y="3132036"/>
            <a:ext cx="17508457" cy="2659097"/>
          </a:xfrm>
          <a:custGeom>
            <a:avLst/>
            <a:gdLst/>
            <a:ahLst/>
            <a:cxnLst/>
            <a:rect r="r" b="b" t="t" l="l"/>
            <a:pathLst>
              <a:path h="2659097" w="17508457">
                <a:moveTo>
                  <a:pt x="0" y="0"/>
                </a:moveTo>
                <a:lnTo>
                  <a:pt x="17508457" y="0"/>
                </a:lnTo>
                <a:lnTo>
                  <a:pt x="17508457" y="2659097"/>
                </a:lnTo>
                <a:lnTo>
                  <a:pt x="0" y="2659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58571" y="5791133"/>
            <a:ext cx="12255622" cy="4243509"/>
          </a:xfrm>
          <a:custGeom>
            <a:avLst/>
            <a:gdLst/>
            <a:ahLst/>
            <a:cxnLst/>
            <a:rect r="r" b="b" t="t" l="l"/>
            <a:pathLst>
              <a:path h="4243509" w="12255622">
                <a:moveTo>
                  <a:pt x="0" y="0"/>
                </a:moveTo>
                <a:lnTo>
                  <a:pt x="12255622" y="0"/>
                </a:lnTo>
                <a:lnTo>
                  <a:pt x="12255622" y="4243509"/>
                </a:lnTo>
                <a:lnTo>
                  <a:pt x="0" y="42435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94290" y="955551"/>
            <a:ext cx="10210893" cy="9331449"/>
          </a:xfrm>
          <a:custGeom>
            <a:avLst/>
            <a:gdLst/>
            <a:ahLst/>
            <a:cxnLst/>
            <a:rect r="r" b="b" t="t" l="l"/>
            <a:pathLst>
              <a:path h="9331449" w="10210893">
                <a:moveTo>
                  <a:pt x="0" y="0"/>
                </a:moveTo>
                <a:lnTo>
                  <a:pt x="10210893" y="0"/>
                </a:lnTo>
                <a:lnTo>
                  <a:pt x="10210893" y="9331449"/>
                </a:lnTo>
                <a:lnTo>
                  <a:pt x="0" y="9331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53734" y="-76200"/>
            <a:ext cx="4892005" cy="71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1"/>
              </a:lnSpc>
              <a:spcBef>
                <a:spcPct val="0"/>
              </a:spcBef>
            </a:pPr>
            <a:r>
              <a:rPr lang="en-US" b="true" sz="42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Embedding lookup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04321" y="312780"/>
            <a:ext cx="12052237" cy="9661440"/>
          </a:xfrm>
          <a:custGeom>
            <a:avLst/>
            <a:gdLst/>
            <a:ahLst/>
            <a:cxnLst/>
            <a:rect r="r" b="b" t="t" l="l"/>
            <a:pathLst>
              <a:path h="9661440" w="12052237">
                <a:moveTo>
                  <a:pt x="0" y="0"/>
                </a:moveTo>
                <a:lnTo>
                  <a:pt x="12052237" y="0"/>
                </a:lnTo>
                <a:lnTo>
                  <a:pt x="12052237" y="9661440"/>
                </a:lnTo>
                <a:lnTo>
                  <a:pt x="0" y="9661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1531" y="1269091"/>
            <a:ext cx="16071963" cy="6956521"/>
          </a:xfrm>
          <a:custGeom>
            <a:avLst/>
            <a:gdLst/>
            <a:ahLst/>
            <a:cxnLst/>
            <a:rect r="r" b="b" t="t" l="l"/>
            <a:pathLst>
              <a:path h="6956521" w="16071963">
                <a:moveTo>
                  <a:pt x="0" y="0"/>
                </a:moveTo>
                <a:lnTo>
                  <a:pt x="16071963" y="0"/>
                </a:lnTo>
                <a:lnTo>
                  <a:pt x="16071963" y="6956521"/>
                </a:lnTo>
                <a:lnTo>
                  <a:pt x="0" y="6956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0159" y="230445"/>
            <a:ext cx="9640981" cy="9678301"/>
          </a:xfrm>
          <a:custGeom>
            <a:avLst/>
            <a:gdLst/>
            <a:ahLst/>
            <a:cxnLst/>
            <a:rect r="r" b="b" t="t" l="l"/>
            <a:pathLst>
              <a:path h="9678301" w="9640981">
                <a:moveTo>
                  <a:pt x="0" y="0"/>
                </a:moveTo>
                <a:lnTo>
                  <a:pt x="9640980" y="0"/>
                </a:lnTo>
                <a:lnTo>
                  <a:pt x="9640980" y="9678301"/>
                </a:lnTo>
                <a:lnTo>
                  <a:pt x="0" y="9678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841834" cy="10036032"/>
          </a:xfrm>
          <a:custGeom>
            <a:avLst/>
            <a:gdLst/>
            <a:ahLst/>
            <a:cxnLst/>
            <a:rect r="r" b="b" t="t" l="l"/>
            <a:pathLst>
              <a:path h="10036032" w="17841834">
                <a:moveTo>
                  <a:pt x="0" y="0"/>
                </a:moveTo>
                <a:lnTo>
                  <a:pt x="17841834" y="0"/>
                </a:lnTo>
                <a:lnTo>
                  <a:pt x="17841834" y="10036032"/>
                </a:lnTo>
                <a:lnTo>
                  <a:pt x="0" y="10036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98884"/>
            <a:ext cx="17718832" cy="8859416"/>
          </a:xfrm>
          <a:custGeom>
            <a:avLst/>
            <a:gdLst/>
            <a:ahLst/>
            <a:cxnLst/>
            <a:rect r="r" b="b" t="t" l="l"/>
            <a:pathLst>
              <a:path h="8859416" w="17718832">
                <a:moveTo>
                  <a:pt x="0" y="0"/>
                </a:moveTo>
                <a:lnTo>
                  <a:pt x="17718832" y="0"/>
                </a:lnTo>
                <a:lnTo>
                  <a:pt x="17718832" y="8859416"/>
                </a:lnTo>
                <a:lnTo>
                  <a:pt x="0" y="8859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39137"/>
            <a:ext cx="15013090" cy="10008727"/>
          </a:xfrm>
          <a:custGeom>
            <a:avLst/>
            <a:gdLst/>
            <a:ahLst/>
            <a:cxnLst/>
            <a:rect r="r" b="b" t="t" l="l"/>
            <a:pathLst>
              <a:path h="10008727" w="15013090">
                <a:moveTo>
                  <a:pt x="0" y="0"/>
                </a:moveTo>
                <a:lnTo>
                  <a:pt x="15013090" y="0"/>
                </a:lnTo>
                <a:lnTo>
                  <a:pt x="15013090" y="10008726"/>
                </a:lnTo>
                <a:lnTo>
                  <a:pt x="0" y="100087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956" y="1183919"/>
            <a:ext cx="17770038" cy="6656297"/>
          </a:xfrm>
          <a:custGeom>
            <a:avLst/>
            <a:gdLst/>
            <a:ahLst/>
            <a:cxnLst/>
            <a:rect r="r" b="b" t="t" l="l"/>
            <a:pathLst>
              <a:path h="6656297" w="17770038">
                <a:moveTo>
                  <a:pt x="0" y="0"/>
                </a:moveTo>
                <a:lnTo>
                  <a:pt x="17770037" y="0"/>
                </a:lnTo>
                <a:lnTo>
                  <a:pt x="17770037" y="6656297"/>
                </a:lnTo>
                <a:lnTo>
                  <a:pt x="0" y="6656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93" r="0" b="-3393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790473"/>
            <a:ext cx="13603718" cy="9069145"/>
          </a:xfrm>
          <a:custGeom>
            <a:avLst/>
            <a:gdLst/>
            <a:ahLst/>
            <a:cxnLst/>
            <a:rect r="r" b="b" t="t" l="l"/>
            <a:pathLst>
              <a:path h="9069145" w="13603718">
                <a:moveTo>
                  <a:pt x="0" y="0"/>
                </a:moveTo>
                <a:lnTo>
                  <a:pt x="13603718" y="0"/>
                </a:lnTo>
                <a:lnTo>
                  <a:pt x="13603718" y="9069145"/>
                </a:lnTo>
                <a:lnTo>
                  <a:pt x="0" y="90691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9459" y="115814"/>
            <a:ext cx="15083059" cy="10055373"/>
          </a:xfrm>
          <a:custGeom>
            <a:avLst/>
            <a:gdLst/>
            <a:ahLst/>
            <a:cxnLst/>
            <a:rect r="r" b="b" t="t" l="l"/>
            <a:pathLst>
              <a:path h="10055373" w="15083059">
                <a:moveTo>
                  <a:pt x="0" y="0"/>
                </a:moveTo>
                <a:lnTo>
                  <a:pt x="15083059" y="0"/>
                </a:lnTo>
                <a:lnTo>
                  <a:pt x="15083059" y="10055372"/>
                </a:lnTo>
                <a:lnTo>
                  <a:pt x="0" y="1005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9613" y="681306"/>
            <a:ext cx="17389646" cy="8694823"/>
          </a:xfrm>
          <a:custGeom>
            <a:avLst/>
            <a:gdLst/>
            <a:ahLst/>
            <a:cxnLst/>
            <a:rect r="r" b="b" t="t" l="l"/>
            <a:pathLst>
              <a:path h="8694823" w="17389646">
                <a:moveTo>
                  <a:pt x="0" y="0"/>
                </a:moveTo>
                <a:lnTo>
                  <a:pt x="17389645" y="0"/>
                </a:lnTo>
                <a:lnTo>
                  <a:pt x="17389645" y="8694823"/>
                </a:lnTo>
                <a:lnTo>
                  <a:pt x="0" y="8694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DAHUK9yr51E</dc:identifier>
  <dcterms:modified xsi:type="dcterms:W3CDTF">2011-08-01T06:04:30Z</dcterms:modified>
  <cp:revision>1</cp:revision>
  <dc:title>Embedding lookup</dc:title>
</cp:coreProperties>
</file>